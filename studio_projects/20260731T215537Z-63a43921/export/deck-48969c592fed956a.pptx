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Challenger Takes Form: Spyder Math stands his ground as ProofMotion gathers itself out of raw geometry — vertices, chords, and intent. Neither moves first.</a:t>
            </a:r>
          </a:p>
          <a:p/>
          <a:p>
            <a:r>
              <a:t>Round One: The Chasm: ProofMotion strings a chasm on a hanging cable. Spyder Math answers with a pendulum: grab, swing, release, catch. The rope does the mathematics; he just holds on.</a:t>
            </a:r>
          </a:p>
          <a:p/>
          <a:p>
            <a:r>
              <a:t>Round Two: The Tilted Ground: The floor itself betrays him, curling into a smooth cubic ramp. He leans into the slope and runs it, feet tracing the curve exactly — a derivative kept underfoot.</a:t>
            </a:r>
          </a:p>
          <a:p/>
          <a:p>
            <a:r>
              <a:t>Round Three: The Quantized Stair: ProofMotion shatters the slope into discrete steps. Continuous is forbidden now — so Spyder Math goes discrete too, hopping parabola after parabola, landing every tread.</a:t>
            </a:r>
          </a:p>
          <a:p/>
          <a:p>
            <a:r>
              <a:t>Final Round: The Golden Coil: Its final form: the golden spiral, coiled to swallow him toward the center. He does not resist the mathematics. He rides it, arc by shrinking arc.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Geometry Yields: And ProofMotion, out of forms, dissolves back into theorems. Spyder Math celebrates the only way a mathematician should.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29c9e989ed0acc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5ea025d2b15e38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