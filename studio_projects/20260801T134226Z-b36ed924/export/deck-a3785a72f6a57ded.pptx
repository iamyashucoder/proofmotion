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the Hero: Our hero swings into the scene, following a curved path through the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7ec627f4eaadb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